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One Year of QA Automation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86C1"/>
                </a:solidFill>
              </a:defRPr>
            </a:pPr>
            <a:r>
              <a:t>Automated Testing  |  Team Enablement  |  Faster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194560"/>
            <a:ext cx="393192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2468880" cy="20116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WebProlific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Inventory &amp; Accounting</a:t>
            </a:r>
            <a:br/>
            <a:r>
              <a:t>Module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2468880" cy="2011680"/>
          </a:xfrm>
          <a:prstGeom prst="round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Flutter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611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Mobile E2E Test</a:t>
            </a:r>
            <a:br/>
            <a:r>
              <a:t>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43200"/>
            <a:ext cx="2468880" cy="2011680"/>
          </a:xfrm>
          <a:prstGeom prst="round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WebWish PMS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Full-Stack Front Desk,</a:t>
            </a:r>
            <a:br/>
            <a:r>
              <a:t>Marketing &amp;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743200"/>
            <a:ext cx="2468880" cy="20116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Team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611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Upskilled Team on</a:t>
            </a:r>
            <a:br/>
            <a:r>
              <a:t>Playwright &amp; Automation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0A2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01E"/>
                </a:solidFill>
              </a:defRPr>
            </a:pPr>
            <a:r>
              <a:t>KEY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  Applications Automated  (WebProlific + Flutter + WebWish)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553212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Significant Reduction in Regression Cycle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Automation Work Summary  —  Year in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C54"/>
                </a:solidFill>
              </a:defRPr>
            </a:pPr>
            <a:r>
              <a:t>What Was Automated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65960"/>
            <a:ext cx="128016" cy="128016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</a:defRPr>
            </a:pPr>
            <a:r>
              <a:t>WebProlific — Inventory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7627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Automated inventory workflows covering stock management, purchase orders, and stock adjustments using Playwright.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34640"/>
            <a:ext cx="128016" cy="128016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</a:defRPr>
            </a:pPr>
            <a:r>
              <a:t>WebProlific — Accounting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4495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Automated accounting flows including journal entries, ledgers, and financial report generation.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03320"/>
            <a:ext cx="128016" cy="128016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</a:defRPr>
            </a:pPr>
            <a:r>
              <a:t>Flutter 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136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Built E2E automation for the Flutter mobile application covering key user journeys.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72000"/>
            <a:ext cx="128016" cy="128016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C1C"/>
                </a:solidFill>
              </a:defRPr>
            </a:pPr>
            <a:r>
              <a:t>WebWish PMS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8231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t>Automated Front Desk, Marketing, Guest Management, Reports, Room Inventory, and Global Search modules.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3949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C54"/>
                </a:solidFill>
              </a:defRPr>
            </a:pPr>
            <a:r>
              <a:t>Team Enablement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✓  Conducted hands-on training sessions for the QA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677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✓  Covered Playwright framework, test design &amp; best practices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151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✓  Enabled team to independently write &amp; maintain automation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626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✓  Established shared test patterns and reusable utilities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5394960" cy="260604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Measurable Impact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457200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480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C54"/>
                </a:solidFill>
              </a:defRPr>
            </a:pPr>
            <a:r>
              <a:t>Regression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480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Reduced from days to hours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98348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C54"/>
                </a:solidFill>
              </a:defRPr>
            </a:pPr>
            <a:r>
              <a:t>Defect Catch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Earlier bug detection in CI pipeline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539496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5303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C54"/>
                </a:solidFill>
              </a:defRPr>
            </a:pPr>
            <a:r>
              <a:t>Release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Faster, reliable release sign-offs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580644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2C54"/>
                </a:solidFill>
              </a:defRPr>
            </a:pPr>
            <a:r>
              <a:t>Team Velocity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5715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C1C1C"/>
                </a:solidFill>
              </a:defRPr>
            </a:pPr>
            <a:r>
              <a:t>Team now self-sufficient in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